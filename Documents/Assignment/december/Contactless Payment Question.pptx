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12/12/2020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777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60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384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62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5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775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96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12/12/2020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7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331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46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794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12/12/2020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456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06" r:id="rId6"/>
    <p:sldLayoutId id="2147483702" r:id="rId7"/>
    <p:sldLayoutId id="2147483703" r:id="rId8"/>
    <p:sldLayoutId id="2147483704" r:id="rId9"/>
    <p:sldLayoutId id="2147483705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52935-0FC5-4EA4-8218-ABFC49A98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18160"/>
            <a:ext cx="10168128" cy="1179576"/>
          </a:xfrm>
        </p:spPr>
        <p:txBody>
          <a:bodyPr>
            <a:normAutofit/>
          </a:bodyPr>
          <a:lstStyle/>
          <a:p>
            <a:r>
              <a:rPr lang="en-HK" sz="4400" u="sng" dirty="0">
                <a:effectLst>
                  <a:outerShdw sx="1000" sy="1000" algn="ctr" rotWithShape="0">
                    <a:schemeClr val="tx1"/>
                  </a:outerShdw>
                </a:effectLst>
                <a:latin typeface="Bell MT" panose="02020503060305020303" pitchFamily="18" charset="0"/>
              </a:rPr>
              <a:t>Contactless Payment</a:t>
            </a:r>
            <a:endParaRPr lang="en-HK" sz="31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53685-29B2-46EC-8514-3E9F0FB28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088" y="2061464"/>
            <a:ext cx="10168128" cy="468477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HK" sz="39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Questions:</a:t>
            </a:r>
          </a:p>
          <a:p>
            <a:pPr marL="0" indent="0">
              <a:buNone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challenges faced by cyber security in contactless payment</a:t>
            </a:r>
            <a:r>
              <a:rPr lang="en-HK" sz="2800" dirty="0"/>
              <a:t>?</a:t>
            </a:r>
          </a:p>
          <a:p>
            <a:r>
              <a:rPr lang="en-HK" sz="2000" dirty="0"/>
              <a:t>What are the threats and attacks can be occur while using contactless payment?</a:t>
            </a:r>
          </a:p>
          <a:p>
            <a:r>
              <a:rPr lang="en-HK" sz="2000" dirty="0"/>
              <a:t>Define cyber attacks in smartcard device transaction  in contactless payment?</a:t>
            </a:r>
          </a:p>
          <a:p>
            <a:r>
              <a:rPr lang="en-HK" sz="2000" dirty="0"/>
              <a:t>How thief can easily electronically pickpocket your contactless device or your identity?</a:t>
            </a:r>
          </a:p>
          <a:p>
            <a:r>
              <a:rPr lang="en-HK" sz="2000" dirty="0"/>
              <a:t>How can be prevent contactless payment from cyber attacks(backdoors, denial of service attacks)?</a:t>
            </a:r>
          </a:p>
          <a:p>
            <a:r>
              <a:rPr lang="en-HK" sz="2000" dirty="0"/>
              <a:t>How can be prevent hackers to not cloned RFD device by using fake scanner?</a:t>
            </a:r>
          </a:p>
          <a:p>
            <a:r>
              <a:rPr lang="en-HK" sz="2000" dirty="0"/>
              <a:t>How can be prevent smartcard from vulnerability and Frauds?</a:t>
            </a:r>
          </a:p>
          <a:p>
            <a:endParaRPr lang="en-HK" sz="2000" dirty="0"/>
          </a:p>
          <a:p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2921891532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LightSeedRightStep">
      <a:dk1>
        <a:srgbClr val="000000"/>
      </a:dk1>
      <a:lt1>
        <a:srgbClr val="FFFFFF"/>
      </a:lt1>
      <a:dk2>
        <a:srgbClr val="412524"/>
      </a:dk2>
      <a:lt2>
        <a:srgbClr val="E2E8E8"/>
      </a:lt2>
      <a:accent1>
        <a:srgbClr val="C69896"/>
      </a:accent1>
      <a:accent2>
        <a:srgbClr val="BA997F"/>
      </a:accent2>
      <a:accent3>
        <a:srgbClr val="AAA480"/>
      </a:accent3>
      <a:accent4>
        <a:srgbClr val="9BAA74"/>
      </a:accent4>
      <a:accent5>
        <a:srgbClr val="8FAC82"/>
      </a:accent5>
      <a:accent6>
        <a:srgbClr val="78B07E"/>
      </a:accent6>
      <a:hlink>
        <a:srgbClr val="568D8F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97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Bell MT</vt:lpstr>
      <vt:lpstr>Calibri</vt:lpstr>
      <vt:lpstr>Neue Haas Grotesk Text Pro</vt:lpstr>
      <vt:lpstr>Times New Roman</vt:lpstr>
      <vt:lpstr>AccentBoxVTI</vt:lpstr>
      <vt:lpstr>Contactless Payment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Contactless Payment</dc:title>
  <dc:creator>Pooja Patel</dc:creator>
  <cp:lastModifiedBy>Pooja Patel</cp:lastModifiedBy>
  <cp:revision>42</cp:revision>
  <dcterms:created xsi:type="dcterms:W3CDTF">2020-12-10T09:17:04Z</dcterms:created>
  <dcterms:modified xsi:type="dcterms:W3CDTF">2020-12-12T09:13:54Z</dcterms:modified>
</cp:coreProperties>
</file>